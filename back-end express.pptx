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D3927-2455-F092-AC6E-04AEFC901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7A34DD-EE8D-0A55-74FC-84875B5B80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E72EF-8FFF-B106-DC9F-7D0C40FC3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2CBF-E077-419C-8658-B0B2C74FFE12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5A182-940A-9184-874E-9E9F8483F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BF10C-BC0D-0D59-02C9-6521E6FC6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74358-5013-43D9-BF49-A0368358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03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2F2C0-078F-1BED-4C13-9F90F65D1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744BB-E238-6746-D606-1022D06A1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7BD6-0DBF-2042-FE85-0D12C1B44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2CBF-E077-419C-8658-B0B2C74FFE12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6CD02-2F3B-5039-9F5A-02A3E8013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D978D-BBD1-6D12-1341-B19C4BD13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74358-5013-43D9-BF49-A0368358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947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A17E5-DD17-EFE1-B151-C15CAB9E9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2AF31-C1A6-5DB4-908F-93C1D5BC9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7B92E-832B-55B6-1342-486537000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2CBF-E077-419C-8658-B0B2C74FFE12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6E297-8412-FBBC-A7C9-FD441CF9D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10B7D-A3AE-A8CE-90A5-1B4735933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74358-5013-43D9-BF49-A0368358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88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A4814-6BC6-998C-68CE-3276B5D34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47257-39AB-BE68-3EFC-BCB85280CE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F2516E-E6DA-6D3F-036F-750B482F2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EF8EB-45F2-CD5B-355E-9B916AE40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2CBF-E077-419C-8658-B0B2C74FFE12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654F8-A364-5593-5542-F4CD64A90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828B8-FC2E-3BF1-715C-78DC9E9AC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74358-5013-43D9-BF49-A0368358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99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02899-6145-3F54-1153-7BAC3BE9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07376-C330-5F9A-2717-9FA923C6F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62DCF-47BB-ECFF-4B2C-0B1FE2FFE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AA9F04-373A-2901-239C-AFA76D9C90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1B85D2-9CD9-E662-0345-AC2832A0AA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0BE70E-1B66-A36A-F93E-6CFF292A4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2CBF-E077-419C-8658-B0B2C74FFE12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BA6EA7-FD18-AB4B-34C7-4283A3E7F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DD7625-6D4F-38E5-4D0A-CBB3B5D24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74358-5013-43D9-BF49-A0368358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45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72B4F-44C6-E553-9FE2-6320617CF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B44CFE-8429-F0CB-A4F9-F6BD14B9F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2CBF-E077-419C-8658-B0B2C74FFE12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CF339C-4A12-6A63-76D9-7F077DB53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DA9A8C-ABC9-DAC5-0E36-3C2AAF5C9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74358-5013-43D9-BF49-A0368358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323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B7D369-34F4-3FAD-3291-E431F9D30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2CBF-E077-419C-8658-B0B2C74FFE12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65D294-B417-0D87-7773-57830ED92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57DF6-85E0-973D-FAC8-1D6A343EA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74358-5013-43D9-BF49-A0368358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277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B170D-F60E-4952-E81E-D80BB4654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FD158-862D-A033-6B80-3C6C90B2F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3493E8-32D0-EBB2-7E64-F08711294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B224A-2F64-CC10-1A9B-8DB245BB1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2CBF-E077-419C-8658-B0B2C74FFE12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AA9DC-19E9-D755-F893-9995E7A33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44C0DE-2B30-A900-ED0E-37B185D62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74358-5013-43D9-BF49-A0368358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0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932FB-BA9A-C81F-80BB-FD545E6F3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56705D-CFB4-4ADC-A092-5B566624C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B5E5E-0BCA-78C7-0980-B5AD64742A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AD611-B294-78FC-E70C-51BC35009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2CBF-E077-419C-8658-B0B2C74FFE12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9EB4F9-DCDF-E5FC-D367-4523D4592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45FCB5-91BD-7AC6-5AC8-8A5055498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74358-5013-43D9-BF49-A0368358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23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27F33-758B-ABF0-37C0-5857C3639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FD15D3-2622-F91B-8D0F-66A143326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F899-6C9B-CCFD-7EF9-1D77A5964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2CBF-E077-419C-8658-B0B2C74FFE12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545FE-80DF-A691-EBAA-04871A473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A8F13-0F65-DB00-837F-B17A1D5D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74358-5013-43D9-BF49-A0368358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35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49B2B1-7CBE-09AC-103F-EA588350A8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60B067-8196-4F9D-C0B5-CE43734F7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B3D4A-2775-137C-C7E0-18F1B8ADA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2CBF-E077-419C-8658-B0B2C74FFE12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851BB-026D-AD02-9674-50661790A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B22BB-EE3D-3315-6109-B5ACE94D8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74358-5013-43D9-BF49-A0368358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029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5E13E1-E24C-28DD-76E6-1A335BE3F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3AB0F-8F75-4AAA-F5E9-F5772A476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808B-2EB7-E6D6-B171-B42E5E9F67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42CBF-E077-419C-8658-B0B2C74FFE12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F2B07-C09D-FF74-837A-6CE8FD45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17338-61E0-16AC-5D8E-2C26CDC06F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74358-5013-43D9-BF49-A0368358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935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F6196-6A7B-973C-8774-9E587DF836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69" y="-1193800"/>
            <a:ext cx="9144000" cy="2387600"/>
          </a:xfrm>
        </p:spPr>
        <p:txBody>
          <a:bodyPr/>
          <a:lstStyle/>
          <a:p>
            <a:r>
              <a:rPr lang="en-US" dirty="0"/>
              <a:t>Scaffolding backend express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946564-366A-3474-06BA-B80DD2A0C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930" y="1193800"/>
            <a:ext cx="9144000" cy="1655762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/>
              <a:t>Npm</a:t>
            </a:r>
            <a:r>
              <a:rPr lang="en-US" dirty="0"/>
              <a:t> </a:t>
            </a:r>
            <a:r>
              <a:rPr lang="en-US" dirty="0" err="1"/>
              <a:t>init</a:t>
            </a:r>
            <a:r>
              <a:rPr lang="en-US" dirty="0"/>
              <a:t> –y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/>
              <a:t>Npm</a:t>
            </a:r>
            <a:r>
              <a:rPr lang="en-US" dirty="0"/>
              <a:t> I express typescript mongoose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/>
              <a:t>Npm</a:t>
            </a:r>
            <a:r>
              <a:rPr lang="en-US" dirty="0"/>
              <a:t> I –save-dev </a:t>
            </a:r>
            <a:r>
              <a:rPr lang="en-US" dirty="0" err="1"/>
              <a:t>nodemon</a:t>
            </a:r>
            <a:r>
              <a:rPr lang="en-US" dirty="0"/>
              <a:t> </a:t>
            </a:r>
            <a:r>
              <a:rPr lang="en-US" dirty="0" err="1"/>
              <a:t>ts</a:t>
            </a:r>
            <a:r>
              <a:rPr lang="en-US" dirty="0"/>
              <a:t>-node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/>
              <a:t>npx</a:t>
            </a:r>
            <a:r>
              <a:rPr lang="en-US" dirty="0"/>
              <a:t> </a:t>
            </a:r>
            <a:r>
              <a:rPr lang="en-US" dirty="0" err="1"/>
              <a:t>tsc</a:t>
            </a:r>
            <a:r>
              <a:rPr lang="en-US" dirty="0"/>
              <a:t> --</a:t>
            </a:r>
            <a:r>
              <a:rPr lang="en-US" dirty="0" err="1"/>
              <a:t>init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560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63267-F5CB-E949-1679-B84B8374A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4A49F-8604-5A22-68C5-135D96BE8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E78087-6A30-AC70-5252-86B856A8D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55" y="0"/>
            <a:ext cx="103028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990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3941F-28C6-6CF9-0C05-B46510405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8C8DD-81B2-B09C-71C3-24CE1F0A5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061C18-69C6-0529-91D9-D179B4083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309" y="0"/>
            <a:ext cx="103473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041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926</TotalTime>
  <Words>22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Scaffolding backend express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Abd el Maqsooud</dc:creator>
  <cp:lastModifiedBy>Mohamed Abd el Maqsooud</cp:lastModifiedBy>
  <cp:revision>2</cp:revision>
  <dcterms:created xsi:type="dcterms:W3CDTF">2025-11-23T04:55:35Z</dcterms:created>
  <dcterms:modified xsi:type="dcterms:W3CDTF">2025-11-23T23:18:34Z</dcterms:modified>
</cp:coreProperties>
</file>